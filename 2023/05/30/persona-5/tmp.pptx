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79" d="100"/>
          <a:sy n="79" d="100"/>
        </p:scale>
        <p:origin x="101" y="1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243A858E-1963-051F-4EE7-4B15C251740C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>
            <a:extLst>
              <a:ext uri="{FF2B5EF4-FFF2-40B4-BE49-F238E27FC236}">
                <a16:creationId xmlns:a16="http://schemas.microsoft.com/office/drawing/2014/main" id="{A46890C1-FE04-1F15-407D-368AD08020A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CC52415F-6F1C-26A0-F398-1CFC6894453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3781A-717F-4B6A-A86E-E9B68EABC692}" type="datetimeFigureOut">
              <a:rPr lang="zh-CN" altLang="en-US" smtClean="0"/>
              <a:t>2023/5/31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175C56FB-E01F-9626-6CBF-BEA79011738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BAD1078B-89E9-726A-2280-133EDA4F6B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0A07E-0EBF-462D-9DE4-36F629B9C7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1741853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58EF19EC-C112-824E-FD75-96861FDF274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DAC2D8E4-3D33-EA6E-1775-E3075F42C0A2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3DF814D8-8912-776A-D239-0EA59B1B595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3781A-717F-4B6A-A86E-E9B68EABC692}" type="datetimeFigureOut">
              <a:rPr lang="zh-CN" altLang="en-US" smtClean="0"/>
              <a:t>2023/5/31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B8A34ACE-1248-FEB0-231E-E1C0F8ECA65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20DEC5B9-09DB-D1D7-6243-585140568A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0A07E-0EBF-462D-9DE4-36F629B9C7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0694325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ACEB799-A95E-3276-F1EE-C6BA424E048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398F03BC-ACE9-6464-AFDC-8F72E98630E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BF0318D-B3F1-43C0-C89D-4F319CA1224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3781A-717F-4B6A-A86E-E9B68EABC692}" type="datetimeFigureOut">
              <a:rPr lang="zh-CN" altLang="en-US" smtClean="0"/>
              <a:t>2023/5/31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203884A-9ACF-CDA4-3B2E-3C1129E0DCB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7BBD083F-E7EC-0B64-1E3E-AAF81C5E18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0A07E-0EBF-462D-9DE4-36F629B9C7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09405310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49A52EA0-6039-827E-E62B-977910988B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70B6D676-B280-F379-8313-51F79F37F290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40FB2760-2221-C1D1-5973-65D3DB1C922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F3FEB1A-31E4-0B04-02DA-61F7D7F603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3781A-717F-4B6A-A86E-E9B68EABC692}" type="datetimeFigureOut">
              <a:rPr lang="zh-CN" altLang="en-US" smtClean="0"/>
              <a:t>2023/5/31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981C7B6-FB62-700C-3E1C-EE5682E6BE4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09EEAB66-BBFC-119E-C5EB-24CD20CFF6A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0A07E-0EBF-462D-9DE4-36F629B9C7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591553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190196F-5052-9A76-FFB1-647A94AC52F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E4DE7D69-BBC0-DDB9-CB13-9AB4FA26C7E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>
            <a:extLst>
              <a:ext uri="{FF2B5EF4-FFF2-40B4-BE49-F238E27FC236}">
                <a16:creationId xmlns:a16="http://schemas.microsoft.com/office/drawing/2014/main" id="{F81E6EF6-5481-A74A-74C4-4204FA3C0F7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>
            <a:extLst>
              <a:ext uri="{FF2B5EF4-FFF2-40B4-BE49-F238E27FC236}">
                <a16:creationId xmlns:a16="http://schemas.microsoft.com/office/drawing/2014/main" id="{7E5275D6-8B6E-DB11-5451-02868E98AEC9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>
            <a:extLst>
              <a:ext uri="{FF2B5EF4-FFF2-40B4-BE49-F238E27FC236}">
                <a16:creationId xmlns:a16="http://schemas.microsoft.com/office/drawing/2014/main" id="{30CA5A0B-61C6-E463-3556-F7B42AAB31EF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>
            <a:extLst>
              <a:ext uri="{FF2B5EF4-FFF2-40B4-BE49-F238E27FC236}">
                <a16:creationId xmlns:a16="http://schemas.microsoft.com/office/drawing/2014/main" id="{0FE5D4CA-7AF2-B558-9BF2-E70D16D4EE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3781A-717F-4B6A-A86E-E9B68EABC692}" type="datetimeFigureOut">
              <a:rPr lang="zh-CN" altLang="en-US" smtClean="0"/>
              <a:t>2023/5/31</a:t>
            </a:fld>
            <a:endParaRPr lang="zh-CN" altLang="en-US"/>
          </a:p>
        </p:txBody>
      </p:sp>
      <p:sp>
        <p:nvSpPr>
          <p:cNvPr id="8" name="页脚占位符 7">
            <a:extLst>
              <a:ext uri="{FF2B5EF4-FFF2-40B4-BE49-F238E27FC236}">
                <a16:creationId xmlns:a16="http://schemas.microsoft.com/office/drawing/2014/main" id="{50460CF0-FF79-D797-DA1E-39251F61BC6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>
            <a:extLst>
              <a:ext uri="{FF2B5EF4-FFF2-40B4-BE49-F238E27FC236}">
                <a16:creationId xmlns:a16="http://schemas.microsoft.com/office/drawing/2014/main" id="{A341DDD1-B640-501D-E7FF-E741B1DF535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0A07E-0EBF-462D-9DE4-36F629B9C7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12076824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A72A02C5-5F58-DCEA-723F-514AED4659C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>
            <a:extLst>
              <a:ext uri="{FF2B5EF4-FFF2-40B4-BE49-F238E27FC236}">
                <a16:creationId xmlns:a16="http://schemas.microsoft.com/office/drawing/2014/main" id="{AA68F535-9E98-4AA9-10C7-70272D7FB5A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3781A-717F-4B6A-A86E-E9B68EABC692}" type="datetimeFigureOut">
              <a:rPr lang="zh-CN" altLang="en-US" smtClean="0"/>
              <a:t>2023/5/31</a:t>
            </a:fld>
            <a:endParaRPr lang="zh-CN" altLang="en-US"/>
          </a:p>
        </p:txBody>
      </p:sp>
      <p:sp>
        <p:nvSpPr>
          <p:cNvPr id="4" name="页脚占位符 3">
            <a:extLst>
              <a:ext uri="{FF2B5EF4-FFF2-40B4-BE49-F238E27FC236}">
                <a16:creationId xmlns:a16="http://schemas.microsoft.com/office/drawing/2014/main" id="{3FBF544C-639E-AD8B-5730-1A6CEA92E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>
            <a:extLst>
              <a:ext uri="{FF2B5EF4-FFF2-40B4-BE49-F238E27FC236}">
                <a16:creationId xmlns:a16="http://schemas.microsoft.com/office/drawing/2014/main" id="{EAA5D2FC-A818-64B2-C15D-141E218295B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0A07E-0EBF-462D-9DE4-36F629B9C7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90799237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>
            <a:extLst>
              <a:ext uri="{FF2B5EF4-FFF2-40B4-BE49-F238E27FC236}">
                <a16:creationId xmlns:a16="http://schemas.microsoft.com/office/drawing/2014/main" id="{6FCE8B64-E3BF-9D6E-79D8-07CCE63A16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3781A-717F-4B6A-A86E-E9B68EABC692}" type="datetimeFigureOut">
              <a:rPr lang="zh-CN" altLang="en-US" smtClean="0"/>
              <a:t>2023/5/31</a:t>
            </a:fld>
            <a:endParaRPr lang="zh-CN" altLang="en-US"/>
          </a:p>
        </p:txBody>
      </p:sp>
      <p:sp>
        <p:nvSpPr>
          <p:cNvPr id="3" name="页脚占位符 2">
            <a:extLst>
              <a:ext uri="{FF2B5EF4-FFF2-40B4-BE49-F238E27FC236}">
                <a16:creationId xmlns:a16="http://schemas.microsoft.com/office/drawing/2014/main" id="{715699C1-4EFD-2DA6-3835-9C225BDB09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>
            <a:extLst>
              <a:ext uri="{FF2B5EF4-FFF2-40B4-BE49-F238E27FC236}">
                <a16:creationId xmlns:a16="http://schemas.microsoft.com/office/drawing/2014/main" id="{82621DC5-497F-1735-EDA2-2C2E8F39DAC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0A07E-0EBF-462D-9DE4-36F629B9C7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9217069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93A97B40-0460-14A5-6B28-B48C39E4FA6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>
            <a:extLst>
              <a:ext uri="{FF2B5EF4-FFF2-40B4-BE49-F238E27FC236}">
                <a16:creationId xmlns:a16="http://schemas.microsoft.com/office/drawing/2014/main" id="{57E97AC8-AB2E-0F67-94D1-B10B1F8C85D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3F25C819-D899-0A04-480F-410E4915331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5CBC1F4F-6CD8-8019-3C64-5BE26BD7F4C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3781A-717F-4B6A-A86E-E9B68EABC692}" type="datetimeFigureOut">
              <a:rPr lang="zh-CN" altLang="en-US" smtClean="0"/>
              <a:t>2023/5/31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9B3ECF6C-6946-A46C-7DFB-B29B4D2956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56978E57-60CB-3347-88D0-9D8F9F14CB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0A07E-0EBF-462D-9DE4-36F629B9C7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50683475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EC34C8DA-EC3C-9EEA-6799-99538934BE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>
            <a:extLst>
              <a:ext uri="{FF2B5EF4-FFF2-40B4-BE49-F238E27FC236}">
                <a16:creationId xmlns:a16="http://schemas.microsoft.com/office/drawing/2014/main" id="{8F9D9978-0921-E936-6F84-2443B89D77F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>
            <a:extLst>
              <a:ext uri="{FF2B5EF4-FFF2-40B4-BE49-F238E27FC236}">
                <a16:creationId xmlns:a16="http://schemas.microsoft.com/office/drawing/2014/main" id="{FA466F8C-E6B9-D894-F2A6-8AB54F9BE19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>
            <a:extLst>
              <a:ext uri="{FF2B5EF4-FFF2-40B4-BE49-F238E27FC236}">
                <a16:creationId xmlns:a16="http://schemas.microsoft.com/office/drawing/2014/main" id="{2F688381-97FD-5508-F160-AA4CF3E12A4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3781A-717F-4B6A-A86E-E9B68EABC692}" type="datetimeFigureOut">
              <a:rPr lang="zh-CN" altLang="en-US" smtClean="0"/>
              <a:t>2023/5/31</a:t>
            </a:fld>
            <a:endParaRPr lang="zh-CN" altLang="en-US"/>
          </a:p>
        </p:txBody>
      </p:sp>
      <p:sp>
        <p:nvSpPr>
          <p:cNvPr id="6" name="页脚占位符 5">
            <a:extLst>
              <a:ext uri="{FF2B5EF4-FFF2-40B4-BE49-F238E27FC236}">
                <a16:creationId xmlns:a16="http://schemas.microsoft.com/office/drawing/2014/main" id="{ED473E7D-5597-1452-621C-3C649F18CC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>
            <a:extLst>
              <a:ext uri="{FF2B5EF4-FFF2-40B4-BE49-F238E27FC236}">
                <a16:creationId xmlns:a16="http://schemas.microsoft.com/office/drawing/2014/main" id="{3FB7A6AC-0BD8-53C3-E8A3-DBA52C5FA10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0A07E-0EBF-462D-9DE4-36F629B9C7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48741239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>
            <a:extLst>
              <a:ext uri="{FF2B5EF4-FFF2-40B4-BE49-F238E27FC236}">
                <a16:creationId xmlns:a16="http://schemas.microsoft.com/office/drawing/2014/main" id="{32725E5D-DA44-BFC5-391D-FC4CA69EBE7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C04E5684-4A16-CB91-24C4-3D4D1C1983F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DCC71C17-93DC-0D86-18F4-BF546ABABFB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3781A-717F-4B6A-A86E-E9B68EABC692}" type="datetimeFigureOut">
              <a:rPr lang="zh-CN" altLang="en-US" smtClean="0"/>
              <a:t>2023/5/31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20F94FC9-006D-23A6-4218-3C0DC9F850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A79B15CB-6113-8C5A-77BD-F15A91A532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0A07E-0EBF-462D-9DE4-36F629B9C7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96918786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>
            <a:extLst>
              <a:ext uri="{FF2B5EF4-FFF2-40B4-BE49-F238E27FC236}">
                <a16:creationId xmlns:a16="http://schemas.microsoft.com/office/drawing/2014/main" id="{C944C1A3-6141-8838-419D-3285DC7CC38E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>
            <a:extLst>
              <a:ext uri="{FF2B5EF4-FFF2-40B4-BE49-F238E27FC236}">
                <a16:creationId xmlns:a16="http://schemas.microsoft.com/office/drawing/2014/main" id="{AC3608CF-CBAA-6C11-C3DE-BC765C500AE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088F87B4-62D9-BF7A-E7B2-0465E6CD93B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5E3781A-717F-4B6A-A86E-E9B68EABC692}" type="datetimeFigureOut">
              <a:rPr lang="zh-CN" altLang="en-US" smtClean="0"/>
              <a:t>2023/5/31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823F1B2A-ED37-B6B5-AF6E-702E65D033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990E30B1-05AB-43C7-BA42-A6D96974E32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C80A07E-0EBF-462D-9DE4-36F629B9C7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227256421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>
            <a:extLst>
              <a:ext uri="{FF2B5EF4-FFF2-40B4-BE49-F238E27FC236}">
                <a16:creationId xmlns:a16="http://schemas.microsoft.com/office/drawing/2014/main" id="{4E77B3DD-DA56-3D20-4F5F-7084C4EA29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>
            <a:extLst>
              <a:ext uri="{FF2B5EF4-FFF2-40B4-BE49-F238E27FC236}">
                <a16:creationId xmlns:a16="http://schemas.microsoft.com/office/drawing/2014/main" id="{C9D49982-ED2E-28BC-B122-35123FF5DED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>
            <a:extLst>
              <a:ext uri="{FF2B5EF4-FFF2-40B4-BE49-F238E27FC236}">
                <a16:creationId xmlns:a16="http://schemas.microsoft.com/office/drawing/2014/main" id="{478EFC06-B26F-7959-458A-0493914DBE2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35E3781A-717F-4B6A-A86E-E9B68EABC692}" type="datetimeFigureOut">
              <a:rPr lang="zh-CN" altLang="en-US" smtClean="0"/>
              <a:t>2023/5/31</a:t>
            </a:fld>
            <a:endParaRPr lang="zh-CN" altLang="en-US"/>
          </a:p>
        </p:txBody>
      </p:sp>
      <p:sp>
        <p:nvSpPr>
          <p:cNvPr id="5" name="页脚占位符 4">
            <a:extLst>
              <a:ext uri="{FF2B5EF4-FFF2-40B4-BE49-F238E27FC236}">
                <a16:creationId xmlns:a16="http://schemas.microsoft.com/office/drawing/2014/main" id="{AAEF5EA1-D398-4268-2964-2DE4A861B04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>
            <a:extLst>
              <a:ext uri="{FF2B5EF4-FFF2-40B4-BE49-F238E27FC236}">
                <a16:creationId xmlns:a16="http://schemas.microsoft.com/office/drawing/2014/main" id="{D5348459-019D-A2BD-E617-E1BCBADDE800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C80A07E-0EBF-462D-9DE4-36F629B9C7FA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339757695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图片 4">
            <a:extLst>
              <a:ext uri="{FF2B5EF4-FFF2-40B4-BE49-F238E27FC236}">
                <a16:creationId xmlns:a16="http://schemas.microsoft.com/office/drawing/2014/main" id="{03E68FB9-B0C7-6370-0D81-6D9244B0FFD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3536" y="1100888"/>
            <a:ext cx="9784928" cy="46562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849408152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宽屏</PresentationFormat>
  <Paragraphs>0</Paragraphs>
  <Slides>1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3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</vt:i4>
      </vt:variant>
    </vt:vector>
  </HeadingPairs>
  <TitlesOfParts>
    <vt:vector size="5" baseType="lpstr">
      <vt:lpstr>等线</vt:lpstr>
      <vt:lpstr>等线 Light</vt:lpstr>
      <vt:lpstr>Arial</vt:lpstr>
      <vt:lpstr>Office 主题​​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u3584577@connect.hku.hk</dc:creator>
  <cp:lastModifiedBy>u3584577@connect.hku.hk</cp:lastModifiedBy>
  <cp:revision>1</cp:revision>
  <dcterms:created xsi:type="dcterms:W3CDTF">2023-05-31T01:58:49Z</dcterms:created>
  <dcterms:modified xsi:type="dcterms:W3CDTF">2023-05-31T01:59:46Z</dcterms:modified>
</cp:coreProperties>
</file>